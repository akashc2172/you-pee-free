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latin typeface="Arial"/>
              </a:defRPr>
            </a:pPr>
            <a:r>
              <a:t>Stent Optimization Pipeline</a:t>
            </a:r>
          </a:p>
          <a:p>
            <a:pPr algn="ctr">
              <a:spcBef>
                <a:spcPts val="1200"/>
              </a:spcBef>
              <a:defRPr sz="2400">
                <a:solidFill>
                  <a:srgbClr val="666666"/>
                </a:solidFill>
              </a:defRPr>
            </a:pPr>
            <a:r>
              <a:t>Automated Design • CFD • Bayesian Surrogate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The Pipeline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5 steps to optimal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8288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1. CAD</a:t>
            </a:r>
            <a:br/>
            <a:r>
              <a:t>Parametric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743200"/>
            <a:ext cx="18288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2. LHS</a:t>
            </a:r>
            <a:br/>
            <a:r>
              <a:t>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743200"/>
            <a:ext cx="18288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3. CFD</a:t>
            </a:r>
            <a:br/>
            <a:r>
              <a:t>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18288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4. GP</a:t>
            </a:r>
            <a:br/>
            <a:r>
              <a:t>Surrogate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2743200"/>
            <a:ext cx="18288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5. Bayesian</a:t>
            </a:r>
            <a:br/>
            <a:r>
              <a:t>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Theoretical Basis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Maulik &amp; Taira (2020)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Paper: Probabilistic neural networks for fluid flow surrogate modeling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Key Finding: Flow fields can be modeled as Gaussian distributions.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Why I'm using this: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The paper proves that assuming a Gaussian output for fluid dynamics is physically valid.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This justifies my choice of a Gaussian Process (GP) over a standard Neural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5943600" cy="4114800"/>
          </a:xfrm>
          <a:prstGeom prst="rect">
            <a:avLst/>
          </a:prstGeom>
          <a:noFill/>
          <a:ln>
            <a:solidFill>
              <a:srgbClr val="CCCC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 PASTE SCREENSHOT HERE ]</a:t>
            </a:r>
            <a:br/>
            <a:br/>
            <a:r>
              <a:t>Paste Figure 1 or Eq. 2 from paper showing P(y|x) Gaussian formulation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1. Parametric CAD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stent_generator.py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16 parameters (diameter, coil radius, hole counts).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Ratios (0-1) used instead of absolute values to guarantee feasibility.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Validates geometry automatically before export.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000">
                <a:solidFill>
                  <a:srgbClr val="333333"/>
                </a:solidFill>
                <a:latin typeface="Courier New"/>
              </a:defRPr>
            </a:pPr>
            <a:r>
              <a:t>class StentParameters:</a:t>
            </a:r>
            <a:br/>
            <a:r>
              <a:t>    stent_french: float = 6.0</a:t>
            </a:r>
            <a:br/>
            <a:r>
              <a:t>    r_t: float = 0.15  # Wall thickness ratio</a:t>
            </a:r>
            <a:br/>
            <a:r>
              <a:t>    r_sh: float = 0.5  # Side hole ratio</a:t>
            </a:r>
            <a:br/>
            <a:r>
              <a:t>    </a:t>
            </a:r>
            <a:br/>
            <a:r>
              <a:t>    def _validate_hole_packing(self):</a:t>
            </a:r>
            <a:br/>
            <a:r>
              <a:t>        # Ensures holes physically fit</a:t>
            </a:r>
            <a:br/>
            <a:r>
              <a:t>        if n_holes * pitch &gt; usable_length:</a:t>
            </a:r>
            <a:br/>
            <a:r>
              <a:t>            raise ValueError("Cannnot fit")</a:t>
            </a:r>
            <a:br/>
            <a:br/>
            <a:r>
              <a:t>gen = StentGenerator(params)</a:t>
            </a:r>
            <a:br/>
            <a:r>
              <a:t>gen.export_step("design.step")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2. Sampling &amp; Feasibility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lhs_generator.py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Latin Hypercube Sampling (LHS) covers the full 16-dim space.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Feasibility Filter: Rejects invalid designs (e.g. ID &lt; 0.6mm).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Logic: Don't simulate what you can't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000">
                <a:solidFill>
                  <a:srgbClr val="333333"/>
                </a:solidFill>
                <a:latin typeface="Courier New"/>
              </a:defRPr>
            </a:pPr>
            <a:r>
              <a:t># Generate 180 raw samples</a:t>
            </a:r>
            <a:br/>
            <a:r>
              <a:t>sampler = qmc.LatinHypercube(d=16)</a:t>
            </a:r>
            <a:br/>
            <a:r>
              <a:t>samples = sampler.random(n=180)</a:t>
            </a:r>
            <a:br/>
            <a:br/>
            <a:r>
              <a:t># Filter for feasibility</a:t>
            </a:r>
            <a:br/>
            <a:r>
              <a:t>valid_rows = []</a:t>
            </a:r>
            <a:br/>
            <a:r>
              <a:t>for row in samples:</a:t>
            </a:r>
            <a:br/>
            <a:r>
              <a:t>    if check_feasibility(row):</a:t>
            </a:r>
            <a:br/>
            <a:r>
              <a:t>        valid_rows.append(row)</a:t>
            </a:r>
            <a:br/>
            <a:r>
              <a:t>        </a:t>
            </a:r>
            <a:br/>
            <a:r>
              <a:t># Result: ~60 valid designs for COMSOL</a:t>
            </a:r>
            <a:br/>
            <a:r>
              <a:t># Saves 100+ hours of compute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3. CFD Simulation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comsol/runner.py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COMSOL Multiphysics batch execution.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Solves Navier-Stokes for CSF flow.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Extracts metrics: ΔP, Q_total, Shear Stress.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5943600" cy="4114800"/>
          </a:xfrm>
          <a:prstGeom prst="rect">
            <a:avLst/>
          </a:prstGeom>
          <a:noFill/>
          <a:ln>
            <a:solidFill>
              <a:srgbClr val="CCCC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 PASTE SCREENSHOT HERE ]</a:t>
            </a:r>
            <a:br/>
            <a:br/>
            <a:r>
              <a:t>Paste screenshot of COMSOL mesh or velocity plot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4. GP Surrogate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gp_model.py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Gaussian Process (Matérn 5/2 kernel).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Why GP? Matches the Taira paper's validation of Gaussian uncertainty.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Taira used PNNs (data hungry). I use GPs (data efficient).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000">
                <a:solidFill>
                  <a:srgbClr val="333333"/>
                </a:solidFill>
                <a:latin typeface="Courier New"/>
              </a:defRPr>
            </a:pPr>
            <a:r>
              <a:t># BoTorch Model Wrapper</a:t>
            </a:r>
            <a:br/>
            <a:r>
              <a:t>class GPModel:</a:t>
            </a:r>
            <a:br/>
            <a:r>
              <a:t>    def fit(self, X, y):</a:t>
            </a:r>
            <a:br/>
            <a:r>
              <a:t>        # Matérn 5/2 kernel as validated in literature</a:t>
            </a:r>
            <a:br/>
            <a:r>
              <a:t>        covar = ScaleKernel(</a:t>
            </a:r>
            <a:br/>
            <a:r>
              <a:t>            MaternKernel(nu=2.5, ard_num_dims=16)</a:t>
            </a:r>
            <a:br/>
            <a:r>
              <a:t>        )</a:t>
            </a:r>
            <a:br/>
            <a:r>
              <a:t>        self.model = SingleTaskGP(X, y, covar_module=covar)</a:t>
            </a:r>
            <a:br/>
            <a:br/>
            <a:r>
              <a:t>    def predict(self, X):</a:t>
            </a:r>
            <a:br/>
            <a:r>
              <a:t>        return mean, variance  # Returns uncertainty!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5. Optimization Loop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optimizer.py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Acquisition Function: Expected Improvement (qEI).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Leverages the uncertainty (σ) from the GP.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Suggests the NEXT best designs to simulate.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000">
                <a:solidFill>
                  <a:srgbClr val="333333"/>
                </a:solidFill>
                <a:latin typeface="Courier New"/>
              </a:defRPr>
            </a:pPr>
            <a:r>
              <a:t># Bayesian Optimization</a:t>
            </a:r>
            <a:br/>
            <a:r>
              <a:t>acq = qExpectedImprovement(model, best_f=best_y)</a:t>
            </a:r>
            <a:br/>
            <a:br/>
            <a:r>
              <a:t># Optimize over the design space</a:t>
            </a:r>
            <a:br/>
            <a:r>
              <a:t>candidates, _ = optimize_acqf(</a:t>
            </a:r>
            <a:br/>
            <a:r>
              <a:t>    acq, </a:t>
            </a:r>
            <a:br/>
            <a:r>
              <a:t>    bounds=bounds, </a:t>
            </a:r>
            <a:br/>
            <a:r>
              <a:t>    q=5,  # Suggest 5 new designs</a:t>
            </a:r>
            <a:br/>
            <a:r>
              <a:t>    num_restarts=10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Rationale: Uncertainty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Why Taira's findings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The paper demonstrates that quantifying uncertainty is critical for fluid surrogates.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My pipeline uses this exact principle to decide where to sample next.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9144000" cy="3657600"/>
          </a:xfrm>
          <a:prstGeom prst="rect">
            <a:avLst/>
          </a:prstGeom>
          <a:noFill/>
          <a:ln>
            <a:solidFill>
              <a:srgbClr val="CCCC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 PASTE SCREENSHOT HERE ]</a:t>
            </a:r>
            <a:br/>
            <a:br/>
            <a:r>
              <a:t>Paste Figure from Maulik &amp; Taira showing uncertainty bounds (shaded regions) on flow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My Approach vs. The Paper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The Data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The Paper: Uses Probabilistic Neural Networks (PNN).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- Requires 1000s of snapshots.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- Scales to complex fields.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My Approach: Gaussian Process (GP).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- Works with &lt;200 samples (COMSOL is expensive).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- Mathematically equivalent to PNN in the limit.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I am applying their Gaussian physics validation to a low-data engineering regime.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The Variables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16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1. Dimensions: Diameter (Fr), Length (mm)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2. Coils: Radius, Pitch, Turns (Prox/Dist)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3. Features: Wall thickness, Hole sizes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4. Pattern: Hole counts (Prox/Mid/Dist)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Outputs optimized: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Minimize Pressure Drop (ΔP)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Maximize Flow Rate (Q)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• Uniform Side-Hole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  <a:ln>
            <a:solidFill>
              <a:srgbClr val="CCCC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 PASTE SCREENSHOT HERE ]</a:t>
            </a:r>
            <a:br/>
            <a:br/>
            <a:r>
              <a:t>Paste Screenshot of 'parameters.yaml' 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Orchestration</a:t>
            </a:r>
          </a:p>
          <a:p>
            <a:pPr>
              <a:spcBef>
                <a:spcPts val="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run_campaign.py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  <a:latin typeface="Arial"/>
              </a:defRPr>
            </a:pPr>
            <a:r>
              <a:t>The entire loop is automated in one script.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645920"/>
            <a:ext cx="73152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>
              <a:defRPr sz="1000">
                <a:solidFill>
                  <a:srgbClr val="333333"/>
                </a:solidFill>
                <a:latin typeface="Courier New"/>
              </a:defRPr>
            </a:pPr>
            <a:r>
              <a:t>def main():</a:t>
            </a:r>
            <a:br/>
            <a:r>
              <a:t>    # 1. Load Data</a:t>
            </a:r>
            <a:br/>
            <a:r>
              <a:t>    data = load_results()</a:t>
            </a:r>
            <a:br/>
            <a:r>
              <a:t>    </a:t>
            </a:r>
            <a:br/>
            <a:r>
              <a:t>    # 2. Train Surrogate</a:t>
            </a:r>
            <a:br/>
            <a:r>
              <a:t>    model = train_gp(data)</a:t>
            </a:r>
            <a:br/>
            <a:r>
              <a:t>    </a:t>
            </a:r>
            <a:br/>
            <a:r>
              <a:t>    # 3. Optimize (Active Learning)</a:t>
            </a:r>
            <a:br/>
            <a:r>
              <a:t>    new_candidates = optimizer.suggest(n=5)</a:t>
            </a:r>
            <a:br/>
            <a:r>
              <a:t>    </a:t>
            </a:r>
            <a:br/>
            <a:r>
              <a:t>    # 4. Generate CAD</a:t>
            </a:r>
            <a:br/>
            <a:r>
              <a:t>    for design in new_candidates:</a:t>
            </a:r>
            <a:br/>
            <a:r>
              <a:t>        gen.export_step(design)</a:t>
            </a:r>
            <a:br/>
            <a:r>
              <a:t>        </a:t>
            </a:r>
            <a:br/>
            <a:r>
              <a:t>    print("Run COMSOL for batch...")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